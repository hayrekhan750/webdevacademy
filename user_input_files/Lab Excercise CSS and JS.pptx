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1C92-DFBB-A93E-AEF7-FD6C129B38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E185E-FAD2-E227-391A-7663C95F3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D910E-E094-6F5B-1612-8FD7CE3A5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68719-AE95-CEA3-3C84-9472C04D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9A835-AC1E-654B-538A-A8ACB392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019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E22E2-0080-0659-F1B7-CF7750BE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3348-9BF4-7065-C7B3-059457987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9883B-239F-A102-0AF3-FB4FC38BC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05C74-9B27-F09C-2D3E-50EDA738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594B4-D5BE-4960-22D0-2A0FAA7B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53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F715-A1FB-DF91-F316-D4570DF60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17ECB-5999-BDBA-B8A8-3ECF185D9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E7245-6A8A-9805-3B2F-E51C03FC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6260-9BF2-8CB2-49C0-787F0D8E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168D7-E96C-CB6C-D6D3-165941BB6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24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3601F-D9AE-963C-40FF-12EB0E9BE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34DE-8710-5931-A61E-DCA114D47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D20F6-E398-C1D8-ACC5-4578F4F99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FC6468-E599-4A2F-8628-913E94FDE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D0394-88A1-135C-DF83-08C22DAD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442CC-E4A5-2C3E-CEA8-E390497A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9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BAEE8-E300-7FF2-8BF8-59E28D61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B29CC-FE76-B74E-7858-CB432DE1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F29F2-57FC-DC64-634C-7032ADE9B4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74921F-116B-60F8-E5FA-B18BA0A46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5221B0-7419-5E5C-E8D8-43C165178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E32A3D-3245-57B1-B79B-5D9EF3146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731FC6-54EC-6F01-06DD-F5DBE970A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B8852-7023-3745-A656-1A68C182A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77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F1C49-A81D-06BE-15D5-F06EA0E26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7F354-71E6-005E-0A44-E04D73D3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EC5754-DE4C-9B0D-2AC7-DC3AF592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13C125-F2FD-FDFC-B303-E80674500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97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DBA7E-508A-9E09-5499-A38EA701E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031419-437B-CFBD-EE2D-C472770F4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E08FA-EF10-5244-A42A-A8899686F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3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87EB-36FA-91F8-9C2C-A667BA424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BB45-0C04-A19B-52C8-87456B9C4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ED23D-9552-6EF6-7471-9D52D4BB2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6B94B-5D77-CEC9-A030-EA1EC38DC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A7572-DC07-D50C-E82A-563E5BE5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7518D-D09F-1665-AD7F-1C81A7DF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5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8CCE-6124-6004-BB5D-6B1BB0BE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7DA61B-21A7-566C-189A-14B715CA4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D4C92-3B16-B473-EB78-31DC0F1FC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7A2F2-AAC9-BC09-8C23-D6B68C382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1F24E-D89A-4C2D-8FC1-D059C9D2C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E648D-6A9A-BBCF-8C0B-10D47AD61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0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1F1C-5B85-2A22-3B51-3C9E1F1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ABC0B2-2F4D-3E8D-960C-80E5FABE3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2860F-72C5-644D-E893-CE8F99115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C51612-C9A8-6FA0-5F5A-13E7670EF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DE3822-6945-1BAF-D2F0-4C33243F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65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1236BF-EF80-3CEC-8875-B1943DCBB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CC3EF-1300-0547-AD26-2ADF62AA9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75CB0-BCB3-E2B3-4F2D-AB03FE9C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9D415-CDCD-02CE-F7DB-6F2FDF452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0249A-1F9D-5638-E792-BE470125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29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613716-4704-D021-9D0F-AA772FB84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92228-6DAB-4139-671F-887657BD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8171F-D65C-EEED-7ABE-B4AAC68A27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1BCB16-4CCE-484D-978A-AB9E2702F342}" type="datetimeFigureOut">
              <a:rPr lang="en-US" smtClean="0"/>
              <a:t>4/1/2025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B44B9-567E-A5CB-FD0F-5E00C91498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C9B4-5AB8-6CBC-8013-D3DE938B8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45439-EBDD-4FC0-919E-51789CC89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3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82867-57F6-C44D-A390-7C01AAC7DD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 and JS Exercise </a:t>
            </a:r>
          </a:p>
        </p:txBody>
      </p:sp>
    </p:spTree>
    <p:extLst>
      <p:ext uri="{BB962C8B-B14F-4D97-AF65-F5344CB8AC3E}">
        <p14:creationId xmlns:p14="http://schemas.microsoft.com/office/powerpoint/2010/main" val="2520976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3EAC-01B6-2DBD-682D-CC6E0AAD4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219" y="393895"/>
            <a:ext cx="11662116" cy="6330463"/>
          </a:xfrm>
        </p:spPr>
        <p:txBody>
          <a:bodyPr>
            <a:normAutofit/>
          </a:bodyPr>
          <a:lstStyle/>
          <a:p>
            <a:pPr marL="457200" marR="0" lvl="0" indent="-4572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Create a sample HTML Document and apply the following CSS</a:t>
            </a: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nsolas" panose="020B0609020204030204" pitchFamily="49" charset="0"/>
              </a:rPr>
              <a:t>   - @ Media Rule (Media Query)</a:t>
            </a:r>
          </a:p>
          <a:p>
            <a:pPr marL="457200" marR="0" lvl="0" indent="-457200">
              <a:lnSpc>
                <a:spcPct val="107000"/>
              </a:lnSpc>
              <a:buFont typeface="+mj-lt"/>
              <a:buAutoNum type="arabicPeriod" startAt="2"/>
            </a:pPr>
            <a:r>
              <a:rPr lang="en-US" sz="2400" kern="0" dirty="0">
                <a:latin typeface="Consolas" panose="020B0609020204030204" pitchFamily="49" charset="0"/>
              </a:rPr>
              <a:t>Write a JavaScript program to compute the sum of the two given integers. If the two values are the same, then return triple their sum. </a:t>
            </a:r>
          </a:p>
          <a:p>
            <a:pPr marL="457200" marR="0" lvl="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2"/>
            </a:pPr>
            <a:r>
              <a:rPr lang="en-US" sz="2400" kern="0" dirty="0">
                <a:latin typeface="Consolas" panose="020B0609020204030204" pitchFamily="49" charset="0"/>
              </a:rPr>
              <a:t>Write a JavaScript program that checks whether the last digit of three positive integers is the same.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400" kern="0" dirty="0">
                <a:latin typeface="Consolas" panose="020B0609020204030204" pitchFamily="49" charset="0"/>
              </a:rPr>
              <a:t>Write a JavaScript program that read an integer number and find the square, if it is negative and otherwise square root, accept the number as a parameter.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87429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CSS and JS Exercise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abume</dc:creator>
  <cp:lastModifiedBy>abume</cp:lastModifiedBy>
  <cp:revision>8</cp:revision>
  <dcterms:created xsi:type="dcterms:W3CDTF">2025-03-13T06:00:28Z</dcterms:created>
  <dcterms:modified xsi:type="dcterms:W3CDTF">2025-04-01T06:20:57Z</dcterms:modified>
</cp:coreProperties>
</file>