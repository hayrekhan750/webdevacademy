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0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61C92-DFBB-A93E-AEF7-FD6C129B38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9E185E-FAD2-E227-391A-7663C95F38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0D910E-E094-6F5B-1612-8FD7CE3A5D66}"/>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5" name="Footer Placeholder 4">
            <a:extLst>
              <a:ext uri="{FF2B5EF4-FFF2-40B4-BE49-F238E27FC236}">
                <a16:creationId xmlns:a16="http://schemas.microsoft.com/office/drawing/2014/main" id="{E4468719-AE95-CEA3-3C84-9472C04DE7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9A835-AC1E-654B-538A-A8ACB39203B3}"/>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3205601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E22E2-0080-0659-F1B7-CF7750BE8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513348-9BF4-7065-C7B3-0594579870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9883B-239F-A102-0AF3-FB4FC38BC22D}"/>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5" name="Footer Placeholder 4">
            <a:extLst>
              <a:ext uri="{FF2B5EF4-FFF2-40B4-BE49-F238E27FC236}">
                <a16:creationId xmlns:a16="http://schemas.microsoft.com/office/drawing/2014/main" id="{BEF05C74-9B27-F09C-2D3E-50EDA7384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594B4-D5BE-4960-22D0-2A0FAA7B8D0C}"/>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2268353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1F715-A1FB-DF91-F316-D4570DF609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A17ECB-5999-BDBA-B8A8-3ECF185D98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6E7245-6A8A-9805-3B2F-E51C03FCC6EF}"/>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5" name="Footer Placeholder 4">
            <a:extLst>
              <a:ext uri="{FF2B5EF4-FFF2-40B4-BE49-F238E27FC236}">
                <a16:creationId xmlns:a16="http://schemas.microsoft.com/office/drawing/2014/main" id="{89A76260-9BF2-8CB2-49C0-787F0D8E0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168D7-E96C-CB6C-D6D3-165941BB6C63}"/>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129624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3601F-D9AE-963C-40FF-12EB0E9BEE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5734DE-8710-5931-A61E-DCA114D472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D20F6-E398-C1D8-ACC5-4578F4F99F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FC6468-E599-4A2F-8628-913E94FDE7C5}"/>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6" name="Footer Placeholder 5">
            <a:extLst>
              <a:ext uri="{FF2B5EF4-FFF2-40B4-BE49-F238E27FC236}">
                <a16:creationId xmlns:a16="http://schemas.microsoft.com/office/drawing/2014/main" id="{E27D0394-88A1-135C-DF83-08C22DADB2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442CC-E4A5-2C3E-CEA8-E390497A2292}"/>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259159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AEE8-E300-7FF2-8BF8-59E28D61A9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5B29CC-FE76-B74E-7858-CB432DE1B1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1F29F2-57FC-DC64-634C-7032ADE9B4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74921F-116B-60F8-E5FA-B18BA0A467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5221B0-7419-5E5C-E8D8-43C165178C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E32A3D-3245-57B1-B79B-5D9EF31463FC}"/>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8" name="Footer Placeholder 7">
            <a:extLst>
              <a:ext uri="{FF2B5EF4-FFF2-40B4-BE49-F238E27FC236}">
                <a16:creationId xmlns:a16="http://schemas.microsoft.com/office/drawing/2014/main" id="{61731FC6-54EC-6F01-06DD-F5DBE970A2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AB8852-7023-3745-A656-1A68C182AFC6}"/>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3540777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F1C49-A81D-06BE-15D5-F06EA0E264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F7F354-71E6-005E-0A44-E04D73D3607E}"/>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4" name="Footer Placeholder 3">
            <a:extLst>
              <a:ext uri="{FF2B5EF4-FFF2-40B4-BE49-F238E27FC236}">
                <a16:creationId xmlns:a16="http://schemas.microsoft.com/office/drawing/2014/main" id="{00EC5754-DE4C-9B0D-2AC7-DC3AF592FF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13C125-F2FD-FDFC-B303-E80674500054}"/>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3402597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3DBA7E-508A-9E09-5499-A38EA701ED37}"/>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3" name="Footer Placeholder 2">
            <a:extLst>
              <a:ext uri="{FF2B5EF4-FFF2-40B4-BE49-F238E27FC236}">
                <a16:creationId xmlns:a16="http://schemas.microsoft.com/office/drawing/2014/main" id="{DC031419-437B-CFBD-EE2D-C472770F46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BE08FA-EF10-5244-A42A-A8899686FED3}"/>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1460531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87EB-36FA-91F8-9C2C-A667BA424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43BB45-0C04-A19B-52C8-87456B9C40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BED23D-9552-6EF6-7471-9D52D4BB20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E6B94B-5D77-CEC9-A030-EA1EC38DC38A}"/>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6" name="Footer Placeholder 5">
            <a:extLst>
              <a:ext uri="{FF2B5EF4-FFF2-40B4-BE49-F238E27FC236}">
                <a16:creationId xmlns:a16="http://schemas.microsoft.com/office/drawing/2014/main" id="{2EBA7572-DC07-D50C-E82A-563E5BE5DC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7518D-D09F-1665-AD7F-1C81A7DF1C81}"/>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2383959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8CCE-6124-6004-BB5D-6B1BB0BE68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7DA61B-21A7-566C-189A-14B715CA4B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BD4C92-3B16-B473-EB78-31DC0F1FC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7A2F2-AAC9-BC09-8C23-D6B68C3827EC}"/>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6" name="Footer Placeholder 5">
            <a:extLst>
              <a:ext uri="{FF2B5EF4-FFF2-40B4-BE49-F238E27FC236}">
                <a16:creationId xmlns:a16="http://schemas.microsoft.com/office/drawing/2014/main" id="{5A11F24E-D89A-4C2D-8FC1-D059C9D2CD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FE648D-6A9A-BBCF-8C0B-10D47AD61F60}"/>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976508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F1F1C-5B85-2A22-3B51-3C9E1F16E7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ABC0B2-2F4D-3E8D-960C-80E5FABE37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2860F-72C5-644D-E893-CE8F99115B73}"/>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5" name="Footer Placeholder 4">
            <a:extLst>
              <a:ext uri="{FF2B5EF4-FFF2-40B4-BE49-F238E27FC236}">
                <a16:creationId xmlns:a16="http://schemas.microsoft.com/office/drawing/2014/main" id="{8EC51612-C9A8-6FA0-5F5A-13E7670EF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DE3822-6945-1BAF-D2F0-4C33243F9EBF}"/>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557654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1236BF-EF80-3CEC-8875-B1943DCBBF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DCC3EF-1300-0547-AD26-2ADF62AA93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975CB0-BCB3-E2B3-4F2D-AB03FE9C0540}"/>
              </a:ext>
            </a:extLst>
          </p:cNvPr>
          <p:cNvSpPr>
            <a:spLocks noGrp="1"/>
          </p:cNvSpPr>
          <p:nvPr>
            <p:ph type="dt" sz="half" idx="10"/>
          </p:nvPr>
        </p:nvSpPr>
        <p:spPr/>
        <p:txBody>
          <a:bodyPr/>
          <a:lstStyle/>
          <a:p>
            <a:fld id="{C61BCB16-4CCE-484D-978A-AB9E2702F342}" type="datetimeFigureOut">
              <a:rPr lang="en-US" smtClean="0"/>
              <a:t>4/10/2025</a:t>
            </a:fld>
            <a:endParaRPr lang="en-US"/>
          </a:p>
        </p:txBody>
      </p:sp>
      <p:sp>
        <p:nvSpPr>
          <p:cNvPr id="5" name="Footer Placeholder 4">
            <a:extLst>
              <a:ext uri="{FF2B5EF4-FFF2-40B4-BE49-F238E27FC236}">
                <a16:creationId xmlns:a16="http://schemas.microsoft.com/office/drawing/2014/main" id="{2DA9D415-CDCD-02CE-F7DB-6F2FDF452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30249A-1F9D-5638-E792-BE470125C97F}"/>
              </a:ext>
            </a:extLst>
          </p:cNvPr>
          <p:cNvSpPr>
            <a:spLocks noGrp="1"/>
          </p:cNvSpPr>
          <p:nvPr>
            <p:ph type="sldNum" sz="quarter" idx="12"/>
          </p:nvPr>
        </p:nvSpPr>
        <p:spPr/>
        <p:txBody>
          <a:bodyPr/>
          <a:lstStyle/>
          <a:p>
            <a:fld id="{2AF45439-EBDD-4FC0-919E-51789CC89F75}" type="slidenum">
              <a:rPr lang="en-US" smtClean="0"/>
              <a:t>‹#›</a:t>
            </a:fld>
            <a:endParaRPr lang="en-US"/>
          </a:p>
        </p:txBody>
      </p:sp>
    </p:spTree>
    <p:extLst>
      <p:ext uri="{BB962C8B-B14F-4D97-AF65-F5344CB8AC3E}">
        <p14:creationId xmlns:p14="http://schemas.microsoft.com/office/powerpoint/2010/main" val="2811429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613716-4704-D021-9D0F-AA772FB84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D92228-6DAB-4139-671F-887657BDA1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8171F-D65C-EEED-7ABE-B4AAC68A27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1BCB16-4CCE-484D-978A-AB9E2702F342}" type="datetimeFigureOut">
              <a:rPr lang="en-US" smtClean="0"/>
              <a:t>4/10/2025</a:t>
            </a:fld>
            <a:endParaRPr lang="en-US"/>
          </a:p>
        </p:txBody>
      </p:sp>
      <p:sp>
        <p:nvSpPr>
          <p:cNvPr id="5" name="Footer Placeholder 4">
            <a:extLst>
              <a:ext uri="{FF2B5EF4-FFF2-40B4-BE49-F238E27FC236}">
                <a16:creationId xmlns:a16="http://schemas.microsoft.com/office/drawing/2014/main" id="{5F9B44B9-567E-A5CB-FD0F-5E00C91498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EAC9B4-5AB8-6CBC-8013-D3DE938B8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F45439-EBDD-4FC0-919E-51789CC89F75}" type="slidenum">
              <a:rPr lang="en-US" smtClean="0"/>
              <a:t>‹#›</a:t>
            </a:fld>
            <a:endParaRPr lang="en-US"/>
          </a:p>
        </p:txBody>
      </p:sp>
    </p:spTree>
    <p:extLst>
      <p:ext uri="{BB962C8B-B14F-4D97-AF65-F5344CB8AC3E}">
        <p14:creationId xmlns:p14="http://schemas.microsoft.com/office/powerpoint/2010/main" val="4035136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2867-57F6-C44D-A390-7C01AAC7DD2D}"/>
              </a:ext>
            </a:extLst>
          </p:cNvPr>
          <p:cNvSpPr>
            <a:spLocks noGrp="1"/>
          </p:cNvSpPr>
          <p:nvPr>
            <p:ph type="ctrTitle"/>
          </p:nvPr>
        </p:nvSpPr>
        <p:spPr/>
        <p:txBody>
          <a:bodyPr/>
          <a:lstStyle/>
          <a:p>
            <a:r>
              <a:rPr lang="en-US" dirty="0">
                <a:latin typeface="Book Antiqua" panose="02040602050305030304" pitchFamily="18" charset="0"/>
              </a:rPr>
              <a:t>JS Exercises </a:t>
            </a:r>
          </a:p>
        </p:txBody>
      </p:sp>
    </p:spTree>
    <p:extLst>
      <p:ext uri="{BB962C8B-B14F-4D97-AF65-F5344CB8AC3E}">
        <p14:creationId xmlns:p14="http://schemas.microsoft.com/office/powerpoint/2010/main" val="2520976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C93EAC-01B6-2DBD-682D-CC6E0AAD4CAA}"/>
              </a:ext>
            </a:extLst>
          </p:cNvPr>
          <p:cNvSpPr>
            <a:spLocks noGrp="1"/>
          </p:cNvSpPr>
          <p:nvPr>
            <p:ph idx="1"/>
          </p:nvPr>
        </p:nvSpPr>
        <p:spPr>
          <a:xfrm>
            <a:off x="253219" y="211015"/>
            <a:ext cx="11662116" cy="6513343"/>
          </a:xfrm>
        </p:spPr>
        <p:txBody>
          <a:bodyPr>
            <a:normAutofit/>
          </a:bodyPr>
          <a:lstStyle/>
          <a:p>
            <a:pPr marL="457200" marR="0" lvl="0" indent="-457200">
              <a:lnSpc>
                <a:spcPct val="150000"/>
              </a:lnSpc>
              <a:spcAft>
                <a:spcPts val="800"/>
              </a:spcAft>
              <a:buFont typeface="+mj-lt"/>
              <a:buAutoNum type="arabicPeriod"/>
            </a:pPr>
            <a:r>
              <a:rPr lang="en-US" sz="2400" kern="0" dirty="0">
                <a:latin typeface="Book Antiqua" panose="02040602050305030304" pitchFamily="18" charset="0"/>
                <a:ea typeface="Times New Roman" panose="02020603050405020304" pitchFamily="18" charset="0"/>
                <a:cs typeface="Consolas" panose="020B0609020204030204" pitchFamily="49" charset="0"/>
              </a:rPr>
              <a:t>For registration form that you have done last time, write a JavaScript code so that when you click on the submit button the data that you entered should be displayed on the text area below the buttons and when you click on the reset button the data you entered should be cleared.</a:t>
            </a:r>
            <a:endParaRPr lang="en-US" sz="2400" kern="0" dirty="0">
              <a:effectLst/>
              <a:latin typeface="Book Antiqua" panose="02040602050305030304" pitchFamily="18" charset="0"/>
              <a:ea typeface="Times New Roman" panose="02020603050405020304" pitchFamily="18" charset="0"/>
              <a:cs typeface="Consolas" panose="020B0609020204030204" pitchFamily="49" charset="0"/>
            </a:endParaRPr>
          </a:p>
          <a:p>
            <a:pPr marL="457200" marR="0" lvl="0" indent="-457200">
              <a:lnSpc>
                <a:spcPct val="150000"/>
              </a:lnSpc>
              <a:spcBef>
                <a:spcPts val="0"/>
              </a:spcBef>
              <a:buFont typeface="+mj-lt"/>
              <a:buAutoNum type="arabicPeriod"/>
            </a:pPr>
            <a:r>
              <a:rPr lang="en-US" sz="2400" kern="0" dirty="0">
                <a:latin typeface="Book Antiqua" panose="02040602050305030304" pitchFamily="18" charset="0"/>
              </a:rPr>
              <a:t>Write a JavaScript program that find the Fibonacci series of a given number(for example if you enter 8, the Fibonacci series   0 1 1 2 3 5 8 13 will be displayed).</a:t>
            </a:r>
          </a:p>
          <a:p>
            <a:pPr marL="457200" marR="0" lvl="0" indent="-457200">
              <a:lnSpc>
                <a:spcPct val="150000"/>
              </a:lnSpc>
              <a:spcBef>
                <a:spcPts val="0"/>
              </a:spcBef>
              <a:buFont typeface="+mj-lt"/>
              <a:buAutoNum type="arabicPeriod" startAt="3"/>
            </a:pPr>
            <a:r>
              <a:rPr lang="en-US" sz="2400" kern="0" dirty="0">
                <a:latin typeface="Book Antiqua" panose="02040602050305030304" pitchFamily="18" charset="0"/>
              </a:rPr>
              <a:t>Create an HTML page that will accept a string from user, generate all possible combinations of substrings, check if any of them is a palindrome, and return the largest palindrome found using JavaScript.</a:t>
            </a:r>
          </a:p>
          <a:p>
            <a:pPr marL="457200" marR="0" lvl="0" indent="-457200">
              <a:lnSpc>
                <a:spcPct val="150000"/>
              </a:lnSpc>
              <a:spcBef>
                <a:spcPts val="0"/>
              </a:spcBef>
              <a:buFont typeface="+mj-lt"/>
              <a:buAutoNum type="arabicPeriod" startAt="3"/>
            </a:pPr>
            <a:r>
              <a:rPr lang="en-US" sz="2400" kern="0" dirty="0">
                <a:latin typeface="Book Antiqua" panose="02040602050305030304" pitchFamily="18" charset="0"/>
              </a:rPr>
              <a:t>Create an HTML page that will accept a string that contains multiple words separated by non-alphabetic characters, split the string into individual words.</a:t>
            </a:r>
          </a:p>
        </p:txBody>
      </p:sp>
    </p:spTree>
    <p:extLst>
      <p:ext uri="{BB962C8B-B14F-4D97-AF65-F5344CB8AC3E}">
        <p14:creationId xmlns:p14="http://schemas.microsoft.com/office/powerpoint/2010/main" val="2387429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154</Words>
  <Application>Microsoft Office PowerPoint</Application>
  <PresentationFormat>Widescreen</PresentationFormat>
  <Paragraphs>5</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Book Antiqua</vt:lpstr>
      <vt:lpstr>Calibri</vt:lpstr>
      <vt:lpstr>Calibri Light</vt:lpstr>
      <vt:lpstr>Office Theme</vt:lpstr>
      <vt:lpstr>JS Exercises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abume</dc:creator>
  <cp:lastModifiedBy>abume</cp:lastModifiedBy>
  <cp:revision>13</cp:revision>
  <dcterms:created xsi:type="dcterms:W3CDTF">2025-03-13T06:00:28Z</dcterms:created>
  <dcterms:modified xsi:type="dcterms:W3CDTF">2025-04-10T04:53:17Z</dcterms:modified>
</cp:coreProperties>
</file>